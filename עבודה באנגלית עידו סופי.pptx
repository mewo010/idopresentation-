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7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6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917" autoAdjust="0"/>
    <p:restoredTop sz="96681" autoAdjust="0"/>
  </p:normalViewPr>
  <p:slideViewPr>
    <p:cSldViewPr snapToGrid="0">
      <p:cViewPr varScale="1">
        <p:scale>
          <a:sx n="121" d="100"/>
          <a:sy n="121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A18A59D-8055-4F3B-B983-9BEF4AE7EDBA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6879C20-B51E-4076-BBA6-6589BF256E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305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9C20-B51E-4076-BBA6-6589BF256E1E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4694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9C20-B51E-4076-BBA6-6589BF256E1E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7012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03C6DB-A3BD-31BF-EBFD-3AF3A825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0DD7003-83CC-7206-24FA-9AC90FCBE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E64D62-2E8D-ED9E-EC5C-579F3442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C8BC9B-DC5E-E5B0-EC3F-4094C17C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632EFE-6758-80C9-6A7E-E380985A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724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4A65CE-ED68-947A-E974-E74CFA56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54F2EB1-35BD-4EAA-FB44-4739FD1A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01462B4-75C3-C3BC-7BE7-E484978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5A07EA-9360-47F7-8113-962CA026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289946A-E8C3-3057-A0CA-39F8ED77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153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2C5C94-1606-6F2C-E5AB-0BBA07A6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38A24BA-AF08-A72B-82CE-B2745D9A4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4673DB5-C3BA-22D4-2920-CE0B3AF8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5E5BFA-7DCB-9E8E-A776-ABD30ADC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66A2BE-04E0-1F6B-5C2E-07D92E0B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479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2A411A-71AF-599F-2C9D-937304A1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BB70ED5-F9D6-30DF-3919-A1A353AF0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FFE5331-4AA2-304E-5CA4-40DC67368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194EE0F-DE39-9CF2-9458-46A14490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FA2A84-209F-5FB1-E241-2204BEDB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DB5F162-DEF2-7CDF-48B6-C499E974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665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AE88EF-1374-BFCD-B1A0-B8A60814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A45904-64B6-7C21-81D7-1DAC306E9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F5DB7EA-516F-A8EA-6D86-CD92EE576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295D4A2-73B7-70CF-004F-096F46F17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EDF5E31-8F58-ACF2-401B-BF5966CF9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EA7D44E-3F53-744D-CF82-22BB96BD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7E26BAC-1670-7FA6-F27D-1A01F334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4A03297-96AF-B091-630A-48F48FAB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130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0F046E-ED97-620F-ED7F-E96F0D20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44014B8-0FCF-4859-9A03-D5A7EAC4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F6ACE8D-4F92-9C6E-BAAF-C4A96BBA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F052E28-15D2-1BBC-9D99-A8A94A4F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649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3AA5699-49C6-1EFD-E03A-C670AE593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46E69AC-3906-9DFF-8D21-950A9178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3C0B911-8516-D0F4-A721-1A74AFFF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189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30879B-6A6E-EFA1-6FBE-2251CC02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625A016-5C6F-97C7-9DEF-5730814C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74C96B-42F7-4552-651B-3131436C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85B7422-BD5A-EEB1-1FBC-C9AE7EFB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37BB42A-4FFC-15D4-59C5-438DB847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99F550-E885-7188-D53E-9BDD64E7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329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3D38DB-3A84-C5FE-C82F-5B12BF65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996B19C-721D-9B70-ABB2-3F11436C6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4F8EC13-0A34-EF1F-C0E8-CE2A62508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361D7C8-B681-87C9-6911-12E541E7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173FF1D-FA83-12E5-AFEE-500D0948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8778CC1-D194-A20B-8B9D-22AD3103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968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E804A0-E481-4238-CB14-CCA27F2A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129C6A3-F982-C240-F36C-898EB8E8C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AA32FE-0FE7-EC44-1927-4E35609A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4C71F62-09BA-AC2B-66BF-D54083DC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AA5663-BD6B-98C8-AE4D-13374F26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34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01C6B2D-4E73-07FA-CBC3-6563161AD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FA1CEEC-405C-C932-D6C0-9A2181BE7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5482280-EC59-D659-F30F-982F6835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233D41-2829-C1AA-F85D-4913EF12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1C76DD-433B-1366-FCD2-37D930EC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28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18E7008-BFC0-BA1B-5D46-EF2B9838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1772B99-7A5E-041C-6E50-F86611557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C947041-1BB7-4B9A-60F6-C842F7215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ED9184-66C3-12AC-662B-8E88210B9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BC04A09-61F7-966F-1A39-80ED32A37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72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C41B46-FCBE-1FB4-C292-187FE406F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950" y="267037"/>
            <a:ext cx="10476488" cy="5534952"/>
          </a:xfrm>
        </p:spPr>
        <p:txBody>
          <a:bodyPr>
            <a:normAutofit fontScale="90000"/>
          </a:bodyPr>
          <a:lstStyle/>
          <a:p>
            <a:pPr algn="r"/>
            <a:br>
              <a:rPr lang="he-IL" sz="3600" dirty="0"/>
            </a:br>
            <a:br>
              <a:rPr lang="he-IL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u="sng" dirty="0"/>
              <a:t>writing about myself</a:t>
            </a:r>
            <a:r>
              <a:rPr lang="en-US" sz="3600" dirty="0"/>
              <a:t>           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he-IL" sz="3600" dirty="0"/>
              <a:t>         8 </a:t>
            </a:r>
            <a:r>
              <a:rPr lang="en-US" sz="3600" dirty="0"/>
              <a:t>grade=</a:t>
            </a:r>
            <a:r>
              <a:rPr lang="he-IL" sz="3600" dirty="0"/>
              <a:t>                              </a:t>
            </a:r>
            <a:r>
              <a:rPr lang="en-US" sz="3600" dirty="0"/>
              <a:t>presenter: </a:t>
            </a:r>
            <a:r>
              <a:rPr lang="en-US" sz="3600" dirty="0" err="1"/>
              <a:t>ido</a:t>
            </a:r>
            <a:r>
              <a:rPr lang="en-US" sz="3600" dirty="0"/>
              <a:t> bar </a:t>
            </a:r>
            <a:r>
              <a:rPr lang="en-US" sz="3600" dirty="0" err="1"/>
              <a:t>shmuel</a:t>
            </a:r>
            <a:r>
              <a:rPr lang="he-IL" sz="3600" dirty="0"/>
              <a:t>        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330301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rgbClr val="C00000"/>
            </a:gs>
            <a:gs pos="83170">
              <a:srgbClr val="FFFF00"/>
            </a:gs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03F928-1A2A-7EC3-04D6-63DEE225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05" y="172629"/>
            <a:ext cx="11917236" cy="7488559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3200" dirty="0"/>
              <a:t>                                                           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                                              </a:t>
            </a:r>
            <a:r>
              <a:rPr lang="en-US" sz="3200" u="sng" dirty="0"/>
              <a:t>My hobbies:</a:t>
            </a:r>
            <a:br>
              <a:rPr lang="en-US" sz="3200" dirty="0"/>
            </a:br>
            <a:r>
              <a:rPr lang="en-US" sz="3200" dirty="0"/>
              <a:t>                                 </a:t>
            </a:r>
            <a:br>
              <a:rPr lang="en-US" sz="3200" dirty="0"/>
            </a:br>
            <a:r>
              <a:rPr lang="en-US" sz="3100" dirty="0"/>
              <a:t>in my free time, I like to play football, talk to my friends, and play on the  </a:t>
            </a:r>
            <a:r>
              <a:rPr lang="en-US" sz="3100" dirty="0" err="1"/>
              <a:t>playstation</a:t>
            </a:r>
            <a:r>
              <a:rPr lang="en-US" sz="3100" dirty="0"/>
              <a:t>. </a:t>
            </a:r>
            <a:br>
              <a:rPr lang="en-US" sz="3100" dirty="0"/>
            </a:br>
            <a:r>
              <a:rPr lang="en-US" sz="3100" dirty="0"/>
              <a:t>Playing football is very important to me because it helps my body stay strong and healthy. I also enjoy talking with my friends because it makes me feel happy and relaxed.</a:t>
            </a:r>
            <a:br>
              <a:rPr lang="en-US" sz="3100" dirty="0"/>
            </a:br>
            <a:r>
              <a:rPr lang="en-US" sz="3100" dirty="0"/>
              <a:t>Playing on the </a:t>
            </a:r>
            <a:r>
              <a:rPr lang="en-US" sz="3100" dirty="0" err="1"/>
              <a:t>playstation</a:t>
            </a:r>
            <a:r>
              <a:rPr lang="en-US" sz="3100" dirty="0"/>
              <a:t> is fun and helps me rest after a long day.</a:t>
            </a:r>
            <a:br>
              <a:rPr lang="en-US" sz="3100" dirty="0"/>
            </a:br>
            <a:r>
              <a:rPr lang="en-US" sz="3100" dirty="0"/>
              <a:t>    </a:t>
            </a:r>
            <a:br>
              <a:rPr lang="en-US" sz="3100" dirty="0"/>
            </a:br>
            <a:r>
              <a:rPr lang="en-US" sz="3100" dirty="0"/>
              <a:t>	                                                                                           </a:t>
            </a:r>
            <a:r>
              <a:rPr lang="he-IL" sz="3100" dirty="0"/>
              <a:t> 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342237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6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D0F647-15E4-8864-D8B0-BAB59C5A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739" y="356049"/>
            <a:ext cx="10147412" cy="5114167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3200" dirty="0"/>
              <a:t>                                                  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                             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                                </a:t>
            </a:r>
            <a:r>
              <a:rPr lang="en-US" sz="3200" u="sng" dirty="0"/>
              <a:t>Details about me:</a:t>
            </a:r>
            <a:r>
              <a:rPr lang="en-US" sz="2800" dirty="0"/>
              <a:t>                                       </a:t>
            </a:r>
            <a:br>
              <a:rPr lang="en-US" sz="2800" dirty="0"/>
            </a:br>
            <a:br>
              <a:rPr lang="en-US" sz="2800" dirty="0"/>
            </a:br>
            <a:r>
              <a:rPr lang="en-US" sz="3100" dirty="0"/>
              <a:t>I have one brother and one sister. I play football for Maccabi </a:t>
            </a:r>
            <a:r>
              <a:rPr lang="en-US" sz="3100" dirty="0" err="1"/>
              <a:t>jaffa</a:t>
            </a:r>
            <a:br>
              <a:rPr lang="en-US" sz="3100" dirty="0"/>
            </a:br>
            <a:r>
              <a:rPr lang="en-US" sz="3100" dirty="0"/>
              <a:t> </a:t>
            </a:r>
            <a:r>
              <a:rPr lang="en-US" sz="3100" dirty="0" err="1"/>
              <a:t>kabilio</a:t>
            </a:r>
            <a:r>
              <a:rPr lang="en-US" sz="3100" dirty="0"/>
              <a:t>.</a:t>
            </a:r>
            <a:br>
              <a:rPr lang="en-US" sz="2800" dirty="0"/>
            </a:br>
            <a:r>
              <a:rPr lang="en-US" sz="3100" dirty="0"/>
              <a:t>This year I traveled to Thailand, where I visited Phuket, </a:t>
            </a:r>
            <a:r>
              <a:rPr lang="en-US" sz="3100" dirty="0" err="1"/>
              <a:t>koh</a:t>
            </a:r>
            <a:r>
              <a:rPr lang="en-US" sz="3100" dirty="0"/>
              <a:t> </a:t>
            </a:r>
            <a:r>
              <a:rPr lang="en-US" sz="3100" dirty="0" err="1"/>
              <a:t>samui</a:t>
            </a:r>
            <a:r>
              <a:rPr lang="en-US" sz="3100" dirty="0"/>
              <a:t>, </a:t>
            </a:r>
            <a:r>
              <a:rPr lang="en-US" sz="3100" dirty="0" err="1"/>
              <a:t>koh</a:t>
            </a:r>
            <a:r>
              <a:rPr lang="en-US" sz="3100" dirty="0"/>
              <a:t> </a:t>
            </a:r>
            <a:r>
              <a:rPr lang="en-US" sz="3100" dirty="0" err="1"/>
              <a:t>phangan</a:t>
            </a:r>
            <a:r>
              <a:rPr lang="en-US" sz="3100" dirty="0"/>
              <a:t>, and </a:t>
            </a:r>
            <a:r>
              <a:rPr lang="en-US" sz="3100" dirty="0" err="1"/>
              <a:t>koh</a:t>
            </a:r>
            <a:r>
              <a:rPr lang="en-US" sz="3100" dirty="0"/>
              <a:t> phi </a:t>
            </a:r>
            <a:r>
              <a:rPr lang="en-US" sz="3100" dirty="0" err="1"/>
              <a:t>phi</a:t>
            </a:r>
            <a:r>
              <a:rPr lang="en-US" sz="3100" dirty="0"/>
              <a:t>. During my trip, I enjoyed the beaches, the warm weather, and the local culture. </a:t>
            </a:r>
            <a:br>
              <a:rPr lang="en-US" sz="3200" dirty="0"/>
            </a:br>
            <a:r>
              <a:rPr lang="en-US" sz="3100" dirty="0"/>
              <a:t>Traveling to Thailand was a special experience</a:t>
            </a:r>
            <a:br>
              <a:rPr lang="en-US" sz="3200" dirty="0"/>
            </a:br>
            <a:r>
              <a:rPr lang="en-US" sz="3100" dirty="0"/>
              <a:t>for me and helped me learn about new</a:t>
            </a:r>
            <a:br>
              <a:rPr lang="en-US" sz="3100" dirty="0"/>
            </a:br>
            <a:r>
              <a:rPr lang="en-US" sz="3100" dirty="0"/>
              <a:t>places and people.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he-IL" sz="2800" dirty="0"/>
          </a:p>
        </p:txBody>
      </p:sp>
      <p:pic>
        <p:nvPicPr>
          <p:cNvPr id="4" name="תמונה 3" descr="שני כיסאות על חוף בתולי">
            <a:extLst>
              <a:ext uri="{FF2B5EF4-FFF2-40B4-BE49-F238E27FC236}">
                <a16:creationId xmlns:a16="http://schemas.microsoft.com/office/drawing/2014/main" id="{68540920-872B-B992-9E82-1AA911A69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233" y="3096520"/>
            <a:ext cx="3561414" cy="23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7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1">
                <a:lumMod val="40000"/>
                <a:lumOff val="60000"/>
              </a:schemeClr>
            </a:gs>
            <a:gs pos="14000">
              <a:srgbClr val="E37171"/>
            </a:gs>
            <a:gs pos="10000">
              <a:srgbClr val="FF0000"/>
            </a:gs>
            <a:gs pos="57496">
              <a:srgbClr val="8791A1"/>
            </a:gs>
            <a:gs pos="86000">
              <a:schemeClr val="tx1">
                <a:lumMod val="65000"/>
                <a:lumOff val="35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D68742-6699-C30D-C0F5-B8607BEB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14" y="471853"/>
            <a:ext cx="10763082" cy="5914294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2800" dirty="0"/>
              <a:t>                                                      </a:t>
            </a:r>
            <a:br>
              <a:rPr lang="en-US" sz="2800" dirty="0"/>
            </a:br>
            <a:r>
              <a:rPr lang="en-US" sz="2800" dirty="0"/>
              <a:t>                                                               </a:t>
            </a:r>
            <a:r>
              <a:rPr lang="en-US" sz="3600" u="sng" dirty="0"/>
              <a:t>My dream:</a:t>
            </a:r>
            <a:br>
              <a:rPr lang="en-US" sz="2800" dirty="0"/>
            </a:br>
            <a:br>
              <a:rPr lang="en-US" sz="2800" dirty="0"/>
            </a:br>
            <a:r>
              <a:rPr lang="en-US" sz="3600" dirty="0"/>
              <a:t>my dream is </a:t>
            </a:r>
            <a:r>
              <a:rPr lang="en-US" sz="3600" dirty="0" err="1"/>
              <a:t>tobecome</a:t>
            </a:r>
            <a:r>
              <a:rPr lang="en-US" sz="3600" dirty="0"/>
              <a:t> a professional football player.</a:t>
            </a:r>
            <a:br>
              <a:rPr lang="en-US" sz="3600" dirty="0"/>
            </a:br>
            <a:r>
              <a:rPr lang="en-US" sz="3600" dirty="0"/>
              <a:t>I practice every day to get better and stronger.</a:t>
            </a:r>
            <a:br>
              <a:rPr lang="en-US" sz="3200" dirty="0"/>
            </a:br>
            <a:r>
              <a:rPr lang="en-US" sz="3200" dirty="0"/>
              <a:t>Football makes me happy and gives me motivation.</a:t>
            </a:r>
            <a:br>
              <a:rPr lang="en-US" sz="2800" dirty="0"/>
            </a:br>
            <a:r>
              <a:rPr lang="en-US" sz="3600" dirty="0"/>
              <a:t>I hope to play for a big club in the future.</a:t>
            </a:r>
            <a:br>
              <a:rPr lang="en-US" sz="2800" dirty="0"/>
            </a:br>
            <a:r>
              <a:rPr lang="en-US"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he-IL" sz="2800" dirty="0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29792CDF-ECDE-6CAD-C4A8-E9B1A380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20" y="3026979"/>
            <a:ext cx="4931979" cy="383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6949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298</Words>
  <Application>Microsoft Office PowerPoint</Application>
  <PresentationFormat>מסך רחב</PresentationFormat>
  <Paragraphs>6</Paragraphs>
  <Slides>4</Slides>
  <Notes>2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5" baseType="lpstr">
      <vt:lpstr>ערכת נושא Office</vt:lpstr>
      <vt:lpstr>     writing about myself                            8 grade=                              presenter: ido bar shmuel           </vt:lpstr>
      <vt:lpstr>                                                                                                                                 My hobbies:                                   in my free time, I like to play football, talk to my friends, and play on the  playstation.  Playing football is very important to me because it helps my body stay strong and healthy. I also enjoy talking with my friends because it makes me feel happy and relaxed. Playing on the playstation is fun and helps me rest after a long day.                                                                                                               </vt:lpstr>
      <vt:lpstr>                                                                                                                                                      Details about me:                                         I have one brother and one sister. I play football for Maccabi jaffa  kabilio. This year I traveled to Thailand, where I visited Phuket, koh samui, koh phangan, and koh phi phi. During my trip, I enjoyed the beaches, the warm weather, and the local culture.  Traveling to Thailand was a special experience for me and helped me learn about new places and people.        </vt:lpstr>
      <vt:lpstr>                                                                                                                      My dream:  my dream is tobecome a professional football player. I practice every day to get better and stronger. Football makes me happy and gives me motivation. I hope to play for a big club in the future.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writing about myself                            8 grade=                              presenter: ido bar shmuel           </dc:title>
  <dc:creator>שני בר שמואל</dc:creator>
  <cp:lastModifiedBy>עמרי יוסילבסקי</cp:lastModifiedBy>
  <cp:revision>4</cp:revision>
  <dcterms:created xsi:type="dcterms:W3CDTF">2025-12-13T14:38:26Z</dcterms:created>
  <dcterms:modified xsi:type="dcterms:W3CDTF">2025-12-24T07:30:42Z</dcterms:modified>
</cp:coreProperties>
</file>